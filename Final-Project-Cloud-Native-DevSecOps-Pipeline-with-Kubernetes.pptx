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73775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Final Project: Cloud-Native DevSecOps Pipeline with Kubernetes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881551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Overview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837724" y="3803809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a complete cloud-native DevSecOps infrastructure extending the microservices application (Flask + React) with: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83905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Kubernetes orchestration using Helm &amp; Kustomize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530578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GitOps deployment with ArgoCD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577250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Monitoring with Prometheus &amp; Grafana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7724" y="623923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Centralized logging with ELK Stack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37724" y="670595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AWS cloud integration (ECS, EC2, S3, RDS)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37724" y="717268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Enhanced CI/CD pipeline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78825"/>
            <a:ext cx="460402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Architecture Overview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37724" y="2240399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Kubernetes Stack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837724" y="2902029"/>
            <a:ext cx="34423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Application Layer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Frontend (React), Backend (Flask), PostgreSQL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134803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Monitoring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Prometheus + Grafana + AlertManager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4984552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Logging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Elasticsearch + Logstash + Kibana + Filebeat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5834301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GitOps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ArgoCD for automated deployments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871561" y="2240399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AWS Cloud Stack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4871561" y="2902029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Compute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ECS Fargate + EC2 instances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871561" y="375177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Storage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S3 buckets (static assets, backups, logs)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871561" y="460152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Database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RDS PostgreSQL (Multi-AZ)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4871561" y="5451277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Networking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VPC + ALB + Security Groups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4871561" y="6301026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Monitoring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CloudWatch integration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81376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Technologies &amp; Tools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2523411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2523411"/>
            <a:ext cx="121920" cy="2184202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2793206"/>
            <a:ext cx="35277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Infrastructure &amp; Orchestration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3640693"/>
            <a:ext cx="35277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Kubernetes 1.28+ | Helm 3.12+ | Kustomize | ArgoCD | Docker 24.0+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2523411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05293" y="2523411"/>
            <a:ext cx="121920" cy="2184202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9" name="Text 7"/>
          <p:cNvSpPr/>
          <p:nvPr/>
        </p:nvSpPr>
        <p:spPr>
          <a:xfrm>
            <a:off x="5597009" y="279320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Monitoring &amp; Logging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97009" y="3288744"/>
            <a:ext cx="35277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Prometheus &amp; Grafana | AlertManager | Elasticsearch | Logstash | Kibana | Filebeat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9633823" y="2523411"/>
            <a:ext cx="4158853" cy="2184202"/>
          </a:xfrm>
          <a:prstGeom prst="roundRect">
            <a:avLst>
              <a:gd name="adj" fmla="val 6698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DA3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3343" y="2523411"/>
            <a:ext cx="121920" cy="2184202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</p:sp>
      <p:sp>
        <p:nvSpPr>
          <p:cNvPr id="13" name="Text 11"/>
          <p:cNvSpPr/>
          <p:nvPr/>
        </p:nvSpPr>
        <p:spPr>
          <a:xfrm>
            <a:off x="9995059" y="279320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Cloud &amp; IaC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95059" y="3288744"/>
            <a:ext cx="352782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AWS (ECS, EC2, S3, RDS, ALB) | Terraform | Ansible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37724" y="4946928"/>
            <a:ext cx="4158734" cy="1801177"/>
          </a:xfrm>
          <a:prstGeom prst="roundRect">
            <a:avLst>
              <a:gd name="adj" fmla="val 8123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244" y="4946928"/>
            <a:ext cx="121920" cy="1801177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17" name="Text 15"/>
          <p:cNvSpPr/>
          <p:nvPr/>
        </p:nvSpPr>
        <p:spPr>
          <a:xfrm>
            <a:off x="1198959" y="52167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CI/CD &amp; Security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98959" y="5712262"/>
            <a:ext cx="35277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GitLab CI/CD | Trivy Security Scanning | SonarQube | Kubesec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5235773" y="4946928"/>
            <a:ext cx="4158734" cy="1801177"/>
          </a:xfrm>
          <a:prstGeom prst="roundRect">
            <a:avLst>
              <a:gd name="adj" fmla="val 8123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05293" y="4946928"/>
            <a:ext cx="121920" cy="1801177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21" name="Text 19"/>
          <p:cNvSpPr/>
          <p:nvPr/>
        </p:nvSpPr>
        <p:spPr>
          <a:xfrm>
            <a:off x="5597009" y="52167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Application Stack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97009" y="5712262"/>
            <a:ext cx="35277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3.10 + Flask | React 18 | PostgreSQL 15 | Nginx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751" y="528161"/>
            <a:ext cx="3612713" cy="45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1751" y="1363504"/>
            <a:ext cx="13286899" cy="5815013"/>
          </a:xfrm>
          <a:prstGeom prst="roundRect">
            <a:avLst>
              <a:gd name="adj" fmla="val 4951"/>
            </a:avLst>
          </a:prstGeom>
          <a:solidFill>
            <a:srgbClr val="E6E6F2"/>
          </a:solidFill>
          <a:ln/>
        </p:spPr>
      </p:sp>
      <p:sp>
        <p:nvSpPr>
          <p:cNvPr id="4" name="Shape 2"/>
          <p:cNvSpPr/>
          <p:nvPr/>
        </p:nvSpPr>
        <p:spPr>
          <a:xfrm>
            <a:off x="662226" y="1363504"/>
            <a:ext cx="13305949" cy="5815013"/>
          </a:xfrm>
          <a:prstGeom prst="roundRect">
            <a:avLst>
              <a:gd name="adj" fmla="val 495"/>
            </a:avLst>
          </a:prstGeom>
          <a:solidFill>
            <a:srgbClr val="E6E6F2"/>
          </a:solidFill>
          <a:ln/>
        </p:spPr>
      </p:sp>
      <p:sp>
        <p:nvSpPr>
          <p:cNvPr id="5" name="Text 3"/>
          <p:cNvSpPr/>
          <p:nvPr/>
        </p:nvSpPr>
        <p:spPr>
          <a:xfrm>
            <a:off x="854154" y="1507450"/>
            <a:ext cx="12922091" cy="552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final-project/├── k8s/│   ├── base/ # Base Kubernetes manifests│   ├── overlays/ # Kustomize overlays (dev/staging/prod)│   ├── monitoring/ # Prometheus &amp; Grafana│   ├── logging/ # ELK Stack│   └── argocd/ # ArgoCD applications├── helm/│   ├── microservices-app/ # Main application chart│   ├── monitoring-stack/ # Monitoring helm chart│   └── logging-stack/ # Logging helm chart├── terraform/│   └── aws/ # AWS infrastructure (VPC, ECS, RDS, S3)├── ansible/│   ├── playbooks/ # Automation playbooks│   └── roles/ # Ansible roles├── .gitlab-ci.yml # CI/CD pipeline└── docs/ # Documentation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1751" y="7394377"/>
            <a:ext cx="13286899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structure is designed for clear separation of concerns and environment-specific configurations.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751" y="527804"/>
            <a:ext cx="4126825" cy="45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Implementation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59644" y="1842968"/>
            <a:ext cx="6259473" cy="191929"/>
          </a:xfrm>
          <a:prstGeom prst="roundRect">
            <a:avLst>
              <a:gd name="adj" fmla="val 150002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751" y="1651040"/>
            <a:ext cx="575786" cy="575786"/>
          </a:xfrm>
          <a:prstGeom prst="roundRect">
            <a:avLst>
              <a:gd name="adj" fmla="val 7940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5697" y="1794986"/>
            <a:ext cx="287893" cy="2878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3679" y="2418755"/>
            <a:ext cx="3294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Week 1: Kubernetes Foundation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63679" y="2816066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Set up K8s cluster (Minikube/Kind)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3679" y="3190280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 base manifests &amp; Kustomize overlays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3679" y="3564493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Helm charts for microservices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3679" y="3938707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Configure ingress and networking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699058" y="1555075"/>
            <a:ext cx="6259473" cy="191929"/>
          </a:xfrm>
          <a:prstGeom prst="roundRect">
            <a:avLst>
              <a:gd name="adj" fmla="val 150002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11164" y="1363147"/>
            <a:ext cx="575786" cy="575786"/>
          </a:xfrm>
          <a:prstGeom prst="roundRect">
            <a:avLst>
              <a:gd name="adj" fmla="val 79405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5111" y="1507093"/>
            <a:ext cx="287893" cy="2878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03093" y="2130862"/>
            <a:ext cx="302097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Week 2: GitOps &amp; Monitoring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7603093" y="2528173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Install &amp; configure ArgoCD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603093" y="2902387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Deploy Prometheus &amp; Grafana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603093" y="3276600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 custom dashboards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603093" y="3650813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Set up alerting rules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959644" y="5109448"/>
            <a:ext cx="6259473" cy="191929"/>
          </a:xfrm>
          <a:prstGeom prst="roundRect">
            <a:avLst>
              <a:gd name="adj" fmla="val 150002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71751" y="4917519"/>
            <a:ext cx="575786" cy="575786"/>
          </a:xfrm>
          <a:prstGeom prst="roundRect">
            <a:avLst>
              <a:gd name="adj" fmla="val 79405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5697" y="5061466"/>
            <a:ext cx="287893" cy="2878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3679" y="5685234"/>
            <a:ext cx="263044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Week 3: Logging &amp; Cloud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863679" y="6082546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Deploy ELK stack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63679" y="6456759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Configure log collection &amp; parsing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63679" y="6830973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Set up AWS infrastructure with Terraform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63679" y="7205186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Deploy to ECS + configure RDS &amp; S3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7699058" y="4821555"/>
            <a:ext cx="6259473" cy="191929"/>
          </a:xfrm>
          <a:prstGeom prst="roundRect">
            <a:avLst>
              <a:gd name="adj" fmla="val 150002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11164" y="4629626"/>
            <a:ext cx="575786" cy="575786"/>
          </a:xfrm>
          <a:prstGeom prst="roundRect">
            <a:avLst>
              <a:gd name="adj" fmla="val 7940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55111" y="4773573"/>
            <a:ext cx="287893" cy="28789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603093" y="5397341"/>
            <a:ext cx="253555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Week 4: CI/CD &amp; Testing</a:t>
            </a:r>
            <a:endParaRPr lang="en-US" sz="1750" dirty="0"/>
          </a:p>
        </p:txBody>
      </p:sp>
      <p:sp>
        <p:nvSpPr>
          <p:cNvPr id="31" name="Text 25"/>
          <p:cNvSpPr/>
          <p:nvPr/>
        </p:nvSpPr>
        <p:spPr>
          <a:xfrm>
            <a:off x="7603093" y="5794653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Enhance GitLab pipeline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7603093" y="6168866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Security scanning integration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7603093" y="6543080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Testing &amp; documentation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7603093" y="6917293"/>
            <a:ext cx="616362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Final presentation prep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978" y="612815"/>
            <a:ext cx="4195167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Monitoring Strategy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79978" y="1694259"/>
            <a:ext cx="3146346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Metrics to Track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79978" y="2310289"/>
            <a:ext cx="490192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Application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Request rate, error rate, response time (p50/p95/p99)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79978" y="3101459"/>
            <a:ext cx="490192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Infrastructure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CPU/Memory usage, pod restarts, node health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79978" y="3892629"/>
            <a:ext cx="490192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Database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Connection pool, query performance, transaction rate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79978" y="4828580"/>
            <a:ext cx="3146346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Alerting Rules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779978" y="5444609"/>
            <a:ext cx="4901922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 error rate (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&gt;5% for 5min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79978" y="5879187"/>
            <a:ext cx="4901922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Pod crash looping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79978" y="6313765"/>
            <a:ext cx="4901922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 resource utilization (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&gt;80%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79978" y="6748343"/>
            <a:ext cx="4901922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Database connection issues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79978" y="7182922"/>
            <a:ext cx="4901922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Service endpoint down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233160" y="1694259"/>
            <a:ext cx="3146346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Grafana Dashboards</a:t>
            </a:r>
            <a:endParaRPr lang="en-US" sz="2450" dirty="0"/>
          </a:p>
        </p:txBody>
      </p:sp>
      <p:sp>
        <p:nvSpPr>
          <p:cNvPr id="14" name="Shape 12"/>
          <p:cNvSpPr/>
          <p:nvPr/>
        </p:nvSpPr>
        <p:spPr>
          <a:xfrm>
            <a:off x="6233160" y="2338149"/>
            <a:ext cx="501372" cy="501372"/>
          </a:xfrm>
          <a:prstGeom prst="roundRect">
            <a:avLst>
              <a:gd name="adj" fmla="val 6667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6505" y="2392144"/>
            <a:ext cx="314563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450" dirty="0"/>
          </a:p>
        </p:txBody>
      </p:sp>
      <p:sp>
        <p:nvSpPr>
          <p:cNvPr id="16" name="Text 14"/>
          <p:cNvSpPr/>
          <p:nvPr/>
        </p:nvSpPr>
        <p:spPr>
          <a:xfrm>
            <a:off x="6957298" y="2414707"/>
            <a:ext cx="3508772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Kubernetes Cluster Overview</a:t>
            </a:r>
            <a:endParaRPr lang="en-US" sz="2050" dirty="0"/>
          </a:p>
        </p:txBody>
      </p:sp>
      <p:sp>
        <p:nvSpPr>
          <p:cNvPr id="17" name="Shape 15"/>
          <p:cNvSpPr/>
          <p:nvPr/>
        </p:nvSpPr>
        <p:spPr>
          <a:xfrm>
            <a:off x="6233160" y="3285173"/>
            <a:ext cx="501372" cy="501372"/>
          </a:xfrm>
          <a:prstGeom prst="roundRect">
            <a:avLst>
              <a:gd name="adj" fmla="val 66679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6505" y="3339167"/>
            <a:ext cx="314563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450" dirty="0"/>
          </a:p>
        </p:txBody>
      </p:sp>
      <p:sp>
        <p:nvSpPr>
          <p:cNvPr id="19" name="Text 17"/>
          <p:cNvSpPr/>
          <p:nvPr/>
        </p:nvSpPr>
        <p:spPr>
          <a:xfrm>
            <a:off x="6957298" y="3361730"/>
            <a:ext cx="3899773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Application Performance Metrics</a:t>
            </a:r>
            <a:endParaRPr lang="en-US" sz="2050" dirty="0"/>
          </a:p>
        </p:txBody>
      </p:sp>
      <p:sp>
        <p:nvSpPr>
          <p:cNvPr id="20" name="Shape 18"/>
          <p:cNvSpPr/>
          <p:nvPr/>
        </p:nvSpPr>
        <p:spPr>
          <a:xfrm>
            <a:off x="6233160" y="4232196"/>
            <a:ext cx="501372" cy="501372"/>
          </a:xfrm>
          <a:prstGeom prst="roundRect">
            <a:avLst>
              <a:gd name="adj" fmla="val 66679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6505" y="4286190"/>
            <a:ext cx="314563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450" dirty="0"/>
          </a:p>
        </p:txBody>
      </p:sp>
      <p:sp>
        <p:nvSpPr>
          <p:cNvPr id="22" name="Text 20"/>
          <p:cNvSpPr/>
          <p:nvPr/>
        </p:nvSpPr>
        <p:spPr>
          <a:xfrm>
            <a:off x="6957298" y="4308753"/>
            <a:ext cx="4007168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PostgreSQL Database Monitoring</a:t>
            </a:r>
            <a:endParaRPr lang="en-US" sz="2050" dirty="0"/>
          </a:p>
        </p:txBody>
      </p:sp>
      <p:sp>
        <p:nvSpPr>
          <p:cNvPr id="23" name="Shape 21"/>
          <p:cNvSpPr/>
          <p:nvPr/>
        </p:nvSpPr>
        <p:spPr>
          <a:xfrm>
            <a:off x="6233160" y="5179219"/>
            <a:ext cx="501372" cy="501372"/>
          </a:xfrm>
          <a:prstGeom prst="roundRect">
            <a:avLst>
              <a:gd name="adj" fmla="val 6667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6505" y="5233214"/>
            <a:ext cx="314563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2450" dirty="0"/>
          </a:p>
        </p:txBody>
      </p:sp>
      <p:sp>
        <p:nvSpPr>
          <p:cNvPr id="25" name="Text 23"/>
          <p:cNvSpPr/>
          <p:nvPr/>
        </p:nvSpPr>
        <p:spPr>
          <a:xfrm>
            <a:off x="6957298" y="5255776"/>
            <a:ext cx="3606522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Node Exporter (Infrastructure)</a:t>
            </a:r>
            <a:endParaRPr lang="en-US" sz="2050" dirty="0"/>
          </a:p>
        </p:txBody>
      </p:sp>
      <p:sp>
        <p:nvSpPr>
          <p:cNvPr id="26" name="Shape 24"/>
          <p:cNvSpPr/>
          <p:nvPr/>
        </p:nvSpPr>
        <p:spPr>
          <a:xfrm>
            <a:off x="6233160" y="6126242"/>
            <a:ext cx="501372" cy="501372"/>
          </a:xfrm>
          <a:prstGeom prst="roundRect">
            <a:avLst>
              <a:gd name="adj" fmla="val 66679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6505" y="6180237"/>
            <a:ext cx="314563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</a:t>
            </a:r>
            <a:endParaRPr lang="en-US" sz="2450" dirty="0"/>
          </a:p>
        </p:txBody>
      </p:sp>
      <p:sp>
        <p:nvSpPr>
          <p:cNvPr id="28" name="Text 26"/>
          <p:cNvSpPr/>
          <p:nvPr/>
        </p:nvSpPr>
        <p:spPr>
          <a:xfrm>
            <a:off x="6957298" y="6202799"/>
            <a:ext cx="299251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 Business Metrics</a:t>
            </a:r>
            <a:endParaRPr lang="en-US" sz="2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633" y="387906"/>
            <a:ext cx="2655332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Logging Strategy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3633" y="1072277"/>
            <a:ext cx="1991439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Log Sources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93633" y="1462207"/>
            <a:ext cx="664952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Application logs (Flask API, React frontend)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633" y="1737241"/>
            <a:ext cx="664952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Nginx access/error logs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633" y="2012275"/>
            <a:ext cx="664952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Kubernetes system logs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633" y="2287310"/>
            <a:ext cx="664952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Database query logs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633" y="2562344"/>
            <a:ext cx="664952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Monitoring stack logs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633" y="2929057"/>
            <a:ext cx="1991439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Kibana Dashboards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93633" y="3318986"/>
            <a:ext cx="664952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Real-time log volume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633" y="3594021"/>
            <a:ext cx="664952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Error tracking by service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633" y="3869055"/>
            <a:ext cx="664952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API performance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633" y="4144089"/>
            <a:ext cx="664952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 activity monitoring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633" y="4419124"/>
            <a:ext cx="664952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Security audit logs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4865" y="1072277"/>
            <a:ext cx="2192655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ELK Stack Configuration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94865" y="1479828"/>
            <a:ext cx="6649522" cy="1450657"/>
          </a:xfrm>
          <a:prstGeom prst="roundRect">
            <a:avLst>
              <a:gd name="adj" fmla="val 14586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51075" y="1636038"/>
            <a:ext cx="423148" cy="423148"/>
          </a:xfrm>
          <a:prstGeom prst="roundRect">
            <a:avLst>
              <a:gd name="adj" fmla="val 21607300"/>
            </a:avLst>
          </a:prstGeom>
          <a:solidFill>
            <a:srgbClr val="2D4DF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67399" y="1752362"/>
            <a:ext cx="190381" cy="19038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651075" y="2200156"/>
            <a:ext cx="1659493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Elasticsearch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51075" y="2548533"/>
            <a:ext cx="633710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3-node cluster for HA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94865" y="3071455"/>
            <a:ext cx="6649522" cy="1450657"/>
          </a:xfrm>
          <a:prstGeom prst="roundRect">
            <a:avLst>
              <a:gd name="adj" fmla="val 14586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51075" y="3227665"/>
            <a:ext cx="423148" cy="423148"/>
          </a:xfrm>
          <a:prstGeom prst="roundRect">
            <a:avLst>
              <a:gd name="adj" fmla="val 21607300"/>
            </a:avLst>
          </a:prstGeom>
          <a:solidFill>
            <a:srgbClr val="018CE1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7399" y="3343989"/>
            <a:ext cx="190381" cy="19038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651075" y="3791783"/>
            <a:ext cx="1659493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Logstash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651075" y="4140160"/>
            <a:ext cx="633710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 processing &amp; enrichment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494865" y="4663083"/>
            <a:ext cx="6649522" cy="1450657"/>
          </a:xfrm>
          <a:prstGeom prst="roundRect">
            <a:avLst>
              <a:gd name="adj" fmla="val 14586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651075" y="4819293"/>
            <a:ext cx="423148" cy="423148"/>
          </a:xfrm>
          <a:prstGeom prst="roundRect">
            <a:avLst>
              <a:gd name="adj" fmla="val 21607300"/>
            </a:avLst>
          </a:prstGeom>
          <a:solidFill>
            <a:srgbClr val="DA33BF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67399" y="4935617"/>
            <a:ext cx="190381" cy="19038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651075" y="5383411"/>
            <a:ext cx="1659493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Filebeat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651075" y="5731788"/>
            <a:ext cx="633710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DaemonSet for pod log collection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494865" y="6254710"/>
            <a:ext cx="6649522" cy="1450657"/>
          </a:xfrm>
          <a:prstGeom prst="roundRect">
            <a:avLst>
              <a:gd name="adj" fmla="val 14586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651075" y="6410920"/>
            <a:ext cx="423148" cy="423148"/>
          </a:xfrm>
          <a:prstGeom prst="roundRect">
            <a:avLst>
              <a:gd name="adj" fmla="val 21607300"/>
            </a:avLst>
          </a:prstGeom>
          <a:solidFill>
            <a:srgbClr val="2D4DF2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67399" y="6527244"/>
            <a:ext cx="190381" cy="19038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651075" y="6975038"/>
            <a:ext cx="1659493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Kibana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7651075" y="7323415"/>
            <a:ext cx="6337102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Visualization &amp; search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0185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5190" y="2464951"/>
            <a:ext cx="3039904" cy="379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CI/CD Pipeline Stages</a:t>
            </a:r>
            <a:endParaRPr lang="en-US" sz="2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90" y="3087053"/>
            <a:ext cx="6750010" cy="6459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6638" y="3894415"/>
            <a:ext cx="189988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Build &amp; Test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726638" y="4228743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Lint code (Python/JavaScript)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26638" y="4543425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Run unit tests (pytest/Jest)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26638" y="4858107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Docker images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26638" y="5172789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Tag with commit SHA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087053"/>
            <a:ext cx="6750010" cy="6459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76649" y="3894415"/>
            <a:ext cx="189988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Security &amp; Quality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476649" y="4228743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Trivy container scanning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7476649" y="4543425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SonarQube code analysis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7476649" y="4858107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Kubesec K8s manifest scanning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476649" y="5172789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OWASP dependency check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90" y="5592485"/>
            <a:ext cx="6750010" cy="6459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6638" y="6399848"/>
            <a:ext cx="189988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Deploy Pipeline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26638" y="6734175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Dev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Automatic deployment via Helm/ArgoCD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26638" y="7048857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Staging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Automated with integration tests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726638" y="7363539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Production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Manual approval + blue-green deployment</a:t>
            </a:r>
            <a:endParaRPr lang="en-US" sz="12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592485"/>
            <a:ext cx="6750010" cy="64591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76649" y="6399848"/>
            <a:ext cx="189988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Post-Deployment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476649" y="6734175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Smoke tests &amp; health checks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476649" y="7048857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Performance validation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476649" y="7363539"/>
            <a:ext cx="642711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Slack notifications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01591"/>
            <a:ext cx="4786551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AWS Cloud Integration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1960602"/>
            <a:ext cx="4128135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Infrastructure Components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2741890"/>
            <a:ext cx="1295495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Compute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ECS Fargate tasks + EC2 bastion hosts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Storage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S3 buckets (assets, backups, logs, Terraform state)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Database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RDS PostgreSQL Multi-AZ with read replicas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Networking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VPC with public/private subnets + ALB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Security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IAM roles, Security Groups, WAF, CloudTrail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39947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Terraform Modules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837724" y="506110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Networking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VPC, subnets, route tables, NAT gateways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527834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Compute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ECS cluster, task definitions, EC2 instances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99455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Storage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S3 buckets with encryption &amp; versioning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6461284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Database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RDS with automated backups &amp; monitoring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4399478"/>
            <a:ext cx="3700701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CloudWatch Integration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14761" y="506110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 metrics from ECS tasks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14761" y="5527834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 aggregation from all services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14761" y="599455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Automated alarms &amp; SNS notifications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267" y="629126"/>
            <a:ext cx="5044321" cy="537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Deliverables &amp; Evaluation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99267" y="1737360"/>
            <a:ext cx="3224213" cy="403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Code Repository ✓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99267" y="2368748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 K8s manifests &amp; Helm charts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9267" y="2813923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Terraform IaC for AWS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9267" y="3259098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Ansible automation playbooks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9267" y="3704273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Complete CI/CD pipeline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9267" y="4149447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Comprehensive documentation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9267" y="4743093"/>
            <a:ext cx="3224213" cy="403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Running Systems ✓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99267" y="5374481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K8s cluster with deployed app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9267" y="5819656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ArgoCD managing GitOps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9267" y="6264831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Prometheus + Grafana monitoring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9267" y="6710005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ELK stack logging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9267" y="7155180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AWS infrastructure (ECS/RDS/S3)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01426" y="1737360"/>
            <a:ext cx="3224213" cy="403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Presentation ✓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601426" y="2368748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Architecture diagrams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601426" y="2813923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Live demos (K8s, ArgoCD, monitoring, logs, AWS)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601426" y="3259098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Security scanning results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601426" y="3704273"/>
            <a:ext cx="623732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Challenges &amp; lessons learned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601426" y="4297918"/>
            <a:ext cx="3224213" cy="403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Evaluation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601426" y="4929307"/>
            <a:ext cx="6237327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Technical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(60%) |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Code Quality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(20%) |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Documentation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(10%) |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Presentation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(10%)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601426" y="5916692"/>
            <a:ext cx="6237327" cy="1335643"/>
          </a:xfrm>
          <a:prstGeom prst="roundRect">
            <a:avLst>
              <a:gd name="adj" fmla="val 25649"/>
            </a:avLst>
          </a:prstGeom>
          <a:solidFill>
            <a:srgbClr val="B7C2FB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788" y="6268879"/>
            <a:ext cx="285393" cy="22836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343543" y="6202085"/>
            <a:ext cx="5266849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Bonus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Service mesh, distributed tracing, auto-scaling, chaos engineering, multi-cluster setup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2025-10-28T18:25:35Z</dcterms:created>
  <dcterms:modified xsi:type="dcterms:W3CDTF">2025-10-28T18:25:35Z</dcterms:modified>
</cp:coreProperties>
</file>